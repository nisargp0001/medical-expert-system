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048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MediAI Expert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04404"/>
            <a:ext cx="7010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AI-Powered Medical Diagnosis Expert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4988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web-based expert system that simulates human medical diagnostic reasoning through foundational symbolic AI techniques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782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Medical Diagnosis Challenge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62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843933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Medical diagnosis requires extensive knowledge, pattern recognition, and logical reasoning. Human experts spend years developing these capabilities, but access to specialist care remains limited in many regions.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62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843933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MediAI Expert bridges the gap by encoding medical knowledge into a rule-based system that applies logical inference to symptom patterns, providing accessible diagnostic reasoning support.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818"/>
            <a:ext cx="72544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is MediAI Expert?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9225"/>
            <a:ext cx="4196358" cy="3309580"/>
          </a:xfrm>
          <a:prstGeom prst="roundRect">
            <a:avLst>
              <a:gd name="adj" fmla="val 2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6036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79070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10915"/>
            <a:ext cx="36765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Symbolic AI Foundation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00133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Rule-based knowledge representation and logical inference mechanisms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69225"/>
            <a:ext cx="4196358" cy="3309580"/>
          </a:xfrm>
          <a:prstGeom prst="roundRect">
            <a:avLst>
              <a:gd name="adj" fmla="val 2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51396" y="26036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79070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51091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Medical Expert Simulation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35566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Mimics diagnostic reasoning of human physicians through structured rules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69225"/>
            <a:ext cx="4196358" cy="3309580"/>
          </a:xfrm>
          <a:prstGeom prst="roundRect">
            <a:avLst>
              <a:gd name="adj" fmla="val 2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74568" y="26036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79070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510915"/>
            <a:ext cx="3202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Web-Based Platform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00133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Accessible interface combining modern frontend with robust backend logic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93395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system demonstrates how foundational AI concepts—knowledge bases, forward chaining, and backward chaining—can be applied to create an intelligent diagnostic assistant that reasons through symptom patterns to identify potential ailments.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9158" y="461010"/>
            <a:ext cx="4434959" cy="49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58" y="1179076"/>
            <a:ext cx="10952083" cy="50121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61607" y="1850848"/>
            <a:ext cx="2422715" cy="30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Layer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861607" y="2239828"/>
            <a:ext cx="2670371" cy="41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Knowledge base and session logs storage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130451" y="3498295"/>
            <a:ext cx="2422716" cy="30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 API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98148" y="3887275"/>
            <a:ext cx="2455019" cy="41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Flask REST endpoints and inference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61607" y="4348937"/>
            <a:ext cx="2422715" cy="30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 SPA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861607" y="4737918"/>
            <a:ext cx="2670371" cy="41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HTML5, CSS3, JavaScript single-page app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39158" y="631614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39158" y="6562963"/>
            <a:ext cx="3576637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9"/>
          <p:cNvSpPr/>
          <p:nvPr/>
        </p:nvSpPr>
        <p:spPr>
          <a:xfrm>
            <a:off x="1839158" y="6687979"/>
            <a:ext cx="198405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 Layer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39158" y="7002423"/>
            <a:ext cx="3576637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Single Page Application using HTML5, CSS3, and Vanilla JavaScript with asynchronous fetch() API calls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26762" y="631614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26762" y="6562963"/>
            <a:ext cx="3576757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6" name="Text 13"/>
          <p:cNvSpPr/>
          <p:nvPr/>
        </p:nvSpPr>
        <p:spPr>
          <a:xfrm>
            <a:off x="5526762" y="6687979"/>
            <a:ext cx="198405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 Layer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526762" y="7002423"/>
            <a:ext cx="3576757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Flask framework exposing RESTful endpoints (/api/forward, /api/backward) and inference engine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14485" y="631614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214485" y="6562963"/>
            <a:ext cx="3576757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7"/>
          <p:cNvSpPr/>
          <p:nvPr/>
        </p:nvSpPr>
        <p:spPr>
          <a:xfrm>
            <a:off x="9214485" y="6687979"/>
            <a:ext cx="198405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214485" y="7002423"/>
            <a:ext cx="3576757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Knowledge base rules and session logs stored in structured text files for audit and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755" y="591622"/>
            <a:ext cx="5757148" cy="63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Knowledge Base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755" y="1835825"/>
            <a:ext cx="263675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Rule-Based System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06755" y="2331125"/>
            <a:ext cx="8418433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knowledge base encodes medical expertise as logical rules mapping symptom patterns to diagnostic conclusions. Each disease is represented as a conjunction of symptoms that must be present for diagnosis.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755" y="3449241"/>
            <a:ext cx="8418433" cy="2745105"/>
          </a:xfrm>
          <a:prstGeom prst="roundRect">
            <a:avLst>
              <a:gd name="adj" fmla="val 333"/>
            </a:avLst>
          </a:prstGeom>
          <a:solidFill>
            <a:srgbClr val="EBDFD7"/>
          </a:solidFill>
          <a:ln/>
        </p:spPr>
      </p:sp>
      <p:sp>
        <p:nvSpPr>
          <p:cNvPr id="6" name="Shape 4"/>
          <p:cNvSpPr/>
          <p:nvPr/>
        </p:nvSpPr>
        <p:spPr>
          <a:xfrm>
            <a:off x="696754" y="3449241"/>
            <a:ext cx="8438436" cy="2745105"/>
          </a:xfrm>
          <a:prstGeom prst="roundRect">
            <a:avLst>
              <a:gd name="adj" fmla="val 1104"/>
            </a:avLst>
          </a:prstGeom>
          <a:solidFill>
            <a:srgbClr val="EBDFD7"/>
          </a:solidFill>
          <a:ln/>
        </p:spPr>
      </p:sp>
      <p:sp>
        <p:nvSpPr>
          <p:cNvPr id="7" name="Text 5"/>
          <p:cNvSpPr/>
          <p:nvPr/>
        </p:nvSpPr>
        <p:spPr>
          <a:xfrm>
            <a:off x="898684" y="3600688"/>
            <a:ext cx="8034576" cy="244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(Fever AND Cough AND Fatigue) </a:t>
            </a: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Flu</a:t>
            </a: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(Fever AND Headache AND Joint Pain) </a:t>
            </a: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Dengue</a:t>
            </a: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(Chest Pain AND Shortness of Breath) </a:t>
            </a:r>
            <a:endParaRPr lang="en-US" sz="15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Cardiac Condition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6755" y="6396633"/>
            <a:ext cx="8418433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symbolic representation allows the system to reason through symptom combinations systematically, applying medical knowledge consistently across patient interactions.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5489" y="1694736"/>
            <a:ext cx="4305657" cy="57408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269" y="1616869"/>
            <a:ext cx="4995862" cy="49958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6991" y="831413"/>
            <a:ext cx="7770019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Inference Mechanism: Forward Chaining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686991" y="2126099"/>
            <a:ext cx="307740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Data-Driven Reasoning</a:t>
            </a:r>
            <a:endParaRPr lang="en-US" sz="19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91" y="2687598"/>
            <a:ext cx="981432" cy="117764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38206" y="2883813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838206" y="3292435"/>
            <a:ext cx="661880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Patient enters symptoms through interactive grid interface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91" y="3865245"/>
            <a:ext cx="981432" cy="11776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38206" y="4061460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Rule Matching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1838206" y="4470082"/>
            <a:ext cx="661880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searches knowledge base for matching patterns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91" y="5042892"/>
            <a:ext cx="981432" cy="11776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38206" y="5239107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Chain Activation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1838206" y="5647730"/>
            <a:ext cx="661880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Applies rules sequentially, building toward diagnosis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91" y="6220539"/>
            <a:ext cx="981432" cy="117764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38206" y="6416754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Goal Reached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1838206" y="6825377"/>
            <a:ext cx="661880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Diagnosis identified when symptom pattern matches disease rule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4936" y="418386"/>
            <a:ext cx="8250436" cy="450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Inference Mechanism: Backward Chaining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44936" y="905113"/>
            <a:ext cx="223158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Goal-Driven Reasoning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936" y="1370171"/>
            <a:ext cx="6338173" cy="63381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42202" y="3260646"/>
            <a:ext cx="18007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42202" y="3577114"/>
            <a:ext cx="3250644" cy="1414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hypothesizes a potential disease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identifies required symptoms for that diagnosis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Checks available patient symptoms against requirements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Confirms or rejects hypothesis based on symptom availability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042202" y="5073610"/>
            <a:ext cx="3250644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approach is particularly useful when clinicians have a working diagnosis and want to verify whether patient symptoms support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128" y="1208127"/>
            <a:ext cx="6762036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Flow &amp; Key Features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91156" y="2072640"/>
            <a:ext cx="22860" cy="4948833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88383" y="2281238"/>
            <a:ext cx="586978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6" name="Shape 3"/>
          <p:cNvSpPr/>
          <p:nvPr/>
        </p:nvSpPr>
        <p:spPr>
          <a:xfrm>
            <a:off x="6171069" y="2072640"/>
            <a:ext cx="440174" cy="440174"/>
          </a:xfrm>
          <a:prstGeom prst="roundRect">
            <a:avLst>
              <a:gd name="adj" fmla="val 20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5400" dir="270000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44352" y="2109252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69492" y="2139791"/>
            <a:ext cx="26787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Patient Registration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69492" y="2546628"/>
            <a:ext cx="657617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Unique patient identifier creates session log for audit trail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8383" y="3384232"/>
            <a:ext cx="586978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1" name="Shape 8"/>
          <p:cNvSpPr/>
          <p:nvPr/>
        </p:nvSpPr>
        <p:spPr>
          <a:xfrm>
            <a:off x="6171069" y="3175635"/>
            <a:ext cx="440174" cy="440174"/>
          </a:xfrm>
          <a:prstGeom prst="roundRect">
            <a:avLst>
              <a:gd name="adj" fmla="val 20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540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44352" y="3212247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369492" y="3242786"/>
            <a:ext cx="355365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Diagnostic Mode Selection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369492" y="3649623"/>
            <a:ext cx="6576179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Choose between forward chaining (symptom-driven) or backward chaining (hypothesis-driven)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8383" y="4778692"/>
            <a:ext cx="586978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6" name="Shape 13"/>
          <p:cNvSpPr/>
          <p:nvPr/>
        </p:nvSpPr>
        <p:spPr>
          <a:xfrm>
            <a:off x="6171069" y="4570095"/>
            <a:ext cx="440174" cy="440174"/>
          </a:xfrm>
          <a:prstGeom prst="roundRect">
            <a:avLst>
              <a:gd name="adj" fmla="val 20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5400" dir="2700000">
              <a:srgbClr val="15161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44352" y="4606707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369492" y="4637246"/>
            <a:ext cx="341673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Symptom Grid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369492" y="5044083"/>
            <a:ext cx="6576179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Dynamic interface for selecting symptoms from comprehensive medical taxonomy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88383" y="6173153"/>
            <a:ext cx="586978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21" name="Shape 18"/>
          <p:cNvSpPr/>
          <p:nvPr/>
        </p:nvSpPr>
        <p:spPr>
          <a:xfrm>
            <a:off x="6171069" y="5964555"/>
            <a:ext cx="440174" cy="440174"/>
          </a:xfrm>
          <a:prstGeom prst="roundRect">
            <a:avLst>
              <a:gd name="adj" fmla="val 20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5400" dir="2700000">
              <a:srgbClr val="151617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44352" y="6001167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7369492" y="6031706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Diagnostic Report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369492" y="6438543"/>
            <a:ext cx="6576179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Step-by-step reasoning trace showing inference path and confidence levels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737" y="649129"/>
            <a:ext cx="7664172" cy="673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UI/UX Design &amp; Audit Trail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4737" y="1835348"/>
            <a:ext cx="451532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Glassmorphism Design 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4737" y="2377202"/>
            <a:ext cx="6297454" cy="196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Premium glassmorphism UI with frosted glass effects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Dynamic HTML5 background animations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Clinical color palette: blues and pure whites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 font for optimal readability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Seamless SPA transitions via fetch() API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5829" y="1835348"/>
            <a:ext cx="314634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Logging &amp; Audit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5829" y="2377202"/>
            <a:ext cx="6297454" cy="156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Session logs stored in patient-named .txt files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Complete reasoning trace for each diagnosis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Timestamped entries for regulatory compliance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Plain-text format for easy analysis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294" y="4787741"/>
            <a:ext cx="2587704" cy="258770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401" y="4787741"/>
            <a:ext cx="2587704" cy="2587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0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2558"/>
            <a:ext cx="4196358" cy="2410897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2606993"/>
            <a:ext cx="3601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Technical Achievement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09741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Demonstrates practical implementation of symbolic AI concepts in healthcare domain with clean architecture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372558"/>
            <a:ext cx="4196358" cy="2410897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51396" y="2606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Educational Value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09741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Clear illustration of knowledge representation, forward/backward chaining, and inference mechanisms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372558"/>
            <a:ext cx="4196358" cy="2410897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4568" y="2606993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Real-World Application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09741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Shows how foundational AI techniques can address practical medical diagnostic challenges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51986"/>
            <a:ext cx="13042821" cy="35957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8072"/>
            <a:ext cx="43330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Questions &amp; Discussion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93790" y="62935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Thank you for your time. I'm ready to discuss technical implementation details, design decisions, or potential extensions to this system.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2026-03-17T16:04:16Z</dcterms:created>
  <dcterms:modified xsi:type="dcterms:W3CDTF">2026-03-17T16:04:16Z</dcterms:modified>
</cp:coreProperties>
</file>